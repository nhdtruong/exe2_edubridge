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Merriweather"/>
      <p:regular r:id="rId8"/>
      <p:bold r:id="rId9"/>
      <p:italic r:id="rId10"/>
      <p:boldItalic r:id="rId11"/>
    </p:embeddedFont>
    <p:embeddedFont>
      <p:font typeface="DM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boldItalic.fntdata"/><Relationship Id="rId10" Type="http://schemas.openxmlformats.org/officeDocument/2006/relationships/font" Target="fonts/Merriweather-italic.fntdata"/><Relationship Id="rId13" Type="http://schemas.openxmlformats.org/officeDocument/2006/relationships/font" Target="fonts/DMSans-bold.fntdata"/><Relationship Id="rId12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erriweather-bold.fntdata"/><Relationship Id="rId15" Type="http://schemas.openxmlformats.org/officeDocument/2006/relationships/font" Target="fonts/DMSans-boldItalic.fntdata"/><Relationship Id="rId14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4.png"/><Relationship Id="rId13" Type="http://schemas.openxmlformats.org/officeDocument/2006/relationships/image" Target="../media/image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15" Type="http://schemas.openxmlformats.org/officeDocument/2006/relationships/image" Target="../media/image15.png"/><Relationship Id="rId14" Type="http://schemas.openxmlformats.org/officeDocument/2006/relationships/image" Target="../media/image4.png"/><Relationship Id="rId16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7.png"/><Relationship Id="rId7" Type="http://schemas.openxmlformats.org/officeDocument/2006/relationships/image" Target="../media/image9.png"/><Relationship Id="rId8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9.png"/><Relationship Id="rId13" Type="http://schemas.openxmlformats.org/officeDocument/2006/relationships/image" Target="../media/image26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7" Type="http://schemas.openxmlformats.org/officeDocument/2006/relationships/image" Target="../media/image20.png"/><Relationship Id="rId16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9762"/>
            <a:ext cx="663699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1463" y="2205037"/>
            <a:ext cx="483706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1463" y="3252787"/>
            <a:ext cx="4837062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1463" y="4338637"/>
            <a:ext cx="483706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71463" y="5386387"/>
            <a:ext cx="483706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3810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93345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Mô hình tổ chức code: Service Layer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71500" y="933450"/>
            <a:ext cx="47625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5620" y="28813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5620" y="39671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5620" y="50149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85033" y="23764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61183" y="34432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51695" y="45100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32658" y="55578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89490" y="26527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89490" y="36718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89490" y="46910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13315" y="27765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8256240" y="2652712"/>
            <a:ext cx="35324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Tách biệt UI &amp; API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256240" y="2976562"/>
            <a:ext cx="33642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Widget chỉ lo hiển thị, không cần biết URL hay Header API là gì.</a:t>
            </a:r>
            <a:endParaRPr/>
          </a:p>
        </p:txBody>
      </p:sp>
      <p:pic>
        <p:nvPicPr>
          <p:cNvPr descr="image.png" id="105" name="Google Shape;105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713315" y="37957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8256240" y="3671887"/>
            <a:ext cx="35324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Tái sử dụng code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8256240" y="3995737"/>
            <a:ext cx="33642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Một phương thức Service có thể được gọi từ nhiều màn hình khác nhau.</a:t>
            </a:r>
            <a:endParaRPr/>
          </a:p>
        </p:txBody>
      </p:sp>
      <p:pic>
        <p:nvPicPr>
          <p:cNvPr descr="image.png" id="108" name="Google Shape;10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13315" y="48148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8256240" y="4691062"/>
            <a:ext cx="35324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Dễ bảo trì &amp; Test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8256240" y="5014912"/>
            <a:ext cx="33642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Sửa logic API tại một nơi duy nhất. Dễ dàng viết Unit Test cho logic.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000500"/>
            <a:ext cx="1104900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571500" y="3810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62000" y="93345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Luồng dữ liệu (Data Flow) trong Flutter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33450"/>
            <a:ext cx="47625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4246215"/>
            <a:ext cx="9016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1949350" y="4191000"/>
            <a:ext cx="93853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Người dùng nhấn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"Xem chi tiết"</a:t>
            </a: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→ Widget gọi ProductService.getById() → Nhận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JSON</a:t>
            </a: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từ Server → Map vào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ProductModel</a:t>
            </a: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→ FutureBuilder rebuild và hiển thị thông tin lên màn hình.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00087" y="2657475"/>
            <a:ext cx="885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User Action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2446287" y="2657475"/>
            <a:ext cx="6953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Flutter UI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040088" y="2657475"/>
            <a:ext cx="809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ApiService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772001" y="2657475"/>
            <a:ext cx="647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REST API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175301" y="2647950"/>
            <a:ext cx="114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JSON Response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845301" y="2657475"/>
            <a:ext cx="110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Product Model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0639127" y="2657475"/>
            <a:ext cx="819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UI Updated</a:t>
            </a:r>
            <a:endParaRPr/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937" y="20478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93937" y="204787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1550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163" y="20478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46789" y="203835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64401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15352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/>
          <p:nvPr/>
        </p:nvSpPr>
        <p:spPr>
          <a:xfrm>
            <a:off x="1143000" y="2171700"/>
            <a:ext cx="9906000" cy="3810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18478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60575" y="18478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111525" y="18478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62476" y="18478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413426" y="183832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064376" y="184785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715327" y="1847850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